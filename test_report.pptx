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Cursos</c:v>
                </c:pt>
                <c:pt idx="1">
                  <c:v>Publicaciones</c:v>
                </c:pt>
                <c:pt idx="2">
                  <c:v>Eventos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2E86AB"/>
                </a:solidFill>
              </a:defRPr>
            </a:pPr>
            <a:r>
              <a:t>Reporte de Prueba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Generado el 2025-10-07 12:39:58.069168</a:t>
            </a:r>
          </a:p>
          <a:p>
            <a:r>
              <a:t>Período: 2024-01-01 - 2024-03-31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Este es un reporte de prueba para PowerPoint.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Datos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Los datos muestran una actividad académica positiva.</a:t>
            </a:r>
          </a:p>
          <a:p>
            <a:pPr>
              <a:defRPr sz="1400"/>
            </a:pPr>
            <a:r>
              <a:t>• Métricas Clave</a:t>
            </a:r>
          </a:p>
          <a:p>
            <a:pPr lvl="1">
              <a:defRPr sz="1400"/>
            </a:pPr>
            <a:r>
              <a:t>Total de formularios: 2</a:t>
            </a:r>
          </a:p>
          <a:p>
            <a:pPr lvl="1">
              <a:defRPr sz="1400"/>
            </a:pPr>
            <a:r>
              <a:t>Formularios aprobados: 2</a:t>
            </a:r>
          </a:p>
          <a:p>
            <a:pPr lvl="1">
              <a:defRPr sz="1400"/>
            </a:pPr>
            <a:r>
              <a:t>Total de cursos: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La exportación a PowerPoint funciona correctamente.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AB"/>
                </a:solidFill>
              </a:defRPr>
            </a:pPr>
            <a:r>
              <a:t>Resumen de Actividades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