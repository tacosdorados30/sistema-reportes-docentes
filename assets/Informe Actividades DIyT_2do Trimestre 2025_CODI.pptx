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" roundtripDataSignature="AMtx7mhpb48mg8VrNaR7f4SHPdHjZBgq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1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904615" y="2722757"/>
            <a:ext cx="7002065" cy="176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venir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374023" y="5045365"/>
            <a:ext cx="8373597" cy="959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234367" y="643720"/>
            <a:ext cx="7080833" cy="57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234367" y="1881282"/>
            <a:ext cx="8599240" cy="426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contenidos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234367" y="617622"/>
            <a:ext cx="7019945" cy="60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234366" y="1530038"/>
            <a:ext cx="415307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2"/>
          </p:nvPr>
        </p:nvSpPr>
        <p:spPr>
          <a:xfrm>
            <a:off x="4714613" y="1526863"/>
            <a:ext cx="411899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168445" y="626322"/>
            <a:ext cx="7207643" cy="60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venir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168444" y="1575893"/>
            <a:ext cx="425255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2"/>
          </p:nvPr>
        </p:nvSpPr>
        <p:spPr>
          <a:xfrm>
            <a:off x="168443" y="2476674"/>
            <a:ext cx="4252553" cy="3345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3"/>
          </p:nvPr>
        </p:nvSpPr>
        <p:spPr>
          <a:xfrm>
            <a:off x="4629151" y="1555750"/>
            <a:ext cx="418767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4"/>
          </p:nvPr>
        </p:nvSpPr>
        <p:spPr>
          <a:xfrm>
            <a:off x="4629151" y="2476674"/>
            <a:ext cx="4187677" cy="3345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34367" y="617622"/>
            <a:ext cx="7019945" cy="60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venir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descripción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542861" y="548031"/>
            <a:ext cx="6702753" cy="59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venir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3887391" y="1487513"/>
            <a:ext cx="4629150" cy="4373538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629841" y="1487513"/>
            <a:ext cx="2949178" cy="43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234367" y="617622"/>
            <a:ext cx="7019945" cy="60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venir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 rot="5400000">
            <a:off x="2398988" y="-579102"/>
            <a:ext cx="4269997" cy="859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 rot="5400000">
            <a:off x="5163040" y="2824653"/>
            <a:ext cx="4732946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3200"/>
              <a:buFont typeface="Avenir"/>
              <a:buNone/>
              <a:defRPr sz="3200">
                <a:solidFill>
                  <a:srgbClr val="2E75B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 rot="5400000">
            <a:off x="1162540" y="910127"/>
            <a:ext cx="4732945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234367" y="617622"/>
            <a:ext cx="7019945" cy="60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venir"/>
              <a:buNone/>
              <a:defRPr sz="2200" b="1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234367" y="1585519"/>
            <a:ext cx="8599240" cy="426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30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30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/>
        </p:nvSpPr>
        <p:spPr>
          <a:xfrm>
            <a:off x="714828" y="2220224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s-MX"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Informe de Actividades</a:t>
            </a:r>
            <a:br>
              <a:rPr lang="es-MX"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(enero - marzo 2025)</a:t>
            </a:r>
            <a:br>
              <a:rPr lang="es-MX"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4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1143000" y="508310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MX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Vicerrectoría Académica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234367" y="1881282"/>
            <a:ext cx="8599240" cy="426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endParaRPr sz="4000"/>
          </a:p>
          <a:p>
            <a:pPr marL="0" lvl="0" indent="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MX" sz="4000">
                <a:latin typeface="Arial"/>
                <a:ea typeface="Arial"/>
                <a:cs typeface="Arial"/>
                <a:sym typeface="Arial"/>
              </a:rPr>
              <a:t>Dirección Académica de Ingeniería y Tecnología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>
            <a:spLocks noGrp="1"/>
          </p:cNvSpPr>
          <p:nvPr>
            <p:ph type="body" idx="1"/>
          </p:nvPr>
        </p:nvSpPr>
        <p:spPr>
          <a:xfrm>
            <a:off x="234367" y="1524000"/>
            <a:ext cx="8599240" cy="5017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dirty="0">
                <a:solidFill>
                  <a:srgbClr val="000000"/>
                </a:solidFill>
                <a:sym typeface="Avenir"/>
              </a:rPr>
              <a:t>En el Departamento de Computación y Diseño se realizaron los siguientes productos: </a:t>
            </a:r>
            <a:endParaRPr sz="1600" b="0" dirty="0"/>
          </a:p>
          <a:p>
            <a:pPr>
              <a:lnSpc>
                <a:spcPct val="115000"/>
              </a:lnSpc>
            </a:pPr>
            <a:r>
              <a:rPr lang="es-MX" sz="16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10 trabajos de publicación aceptados, entre ellos: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Ponencia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internacional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“Systematic Guidelines for Extending the Appraisal Process in Computational Models of Emotion</a:t>
            </a:r>
            <a:r>
              <a:rPr lang="es-MX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”, artículo publicado en revista JCR “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MyndFood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: a conversational agent for enhancing the cooking and eating experience”</a:t>
            </a:r>
            <a:r>
              <a:rPr lang="es-MX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Capítulos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libro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RADA XXI,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como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“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Vinculación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universidad-sociedad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: framework para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desarrollo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de software con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estudiantes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formación</a:t>
            </a:r>
            <a:r>
              <a:rPr lang="es-MX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y “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Desempeño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académico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primer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año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Ingeniería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Software: ¿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influye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promedio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bachillerato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?” y 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Ensayo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ponencia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colaborativa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“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Pensar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investigación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través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diseño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enfoques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transdisciplinarios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”.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20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docentes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capacitaron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cursos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como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: “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Sistemas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inteligentes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para la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enseñanza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-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aprendizaje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Estrategias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Innovación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educativa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mediante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uso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de IA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Generativa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Asistentes</a:t>
            </a:r>
            <a:r>
              <a:rPr lang="es-MX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”, “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Google Workspace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acción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potencia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trabajo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colegiado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tu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academia”, “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Lenguaje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incluyente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: Derechos que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nos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visibilizan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” </a:t>
            </a:r>
            <a:r>
              <a:rPr lang="es-MX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“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Abordaje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de la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suicidalidad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entorno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educativo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”.</a:t>
            </a:r>
            <a:endParaRPr lang="es-MX" sz="16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18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productos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Diseño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Curricular, entre 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planes de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clase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programas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curso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como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Programación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III, Redes,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Seguridad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Informática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Psicología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Consumidor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, entre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otros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10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eventos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académicos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organizados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, tales </a:t>
            </a:r>
            <a:r>
              <a:rPr lang="en-US" sz="16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como</a:t>
            </a:r>
            <a:r>
              <a:rPr lang="en-US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s-MX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Semana de Diseño , La Tertulia: conservatorio con personas que hacen cosas, Cierre de Academias ISW, Expo Academias de Diseño Gráfico Enero-mayo 2025, Demo Day de la Academia de Innovación Tecnológica.</a:t>
            </a:r>
          </a:p>
          <a:p>
            <a:pPr>
              <a:lnSpc>
                <a:spcPct val="115000"/>
              </a:lnSpc>
            </a:pPr>
            <a:r>
              <a:rPr lang="es-MX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Se sometió un Proyecto de Ciencia Básica y de </a:t>
            </a:r>
            <a:r>
              <a:rPr lang="es-MX" sz="1600">
                <a:ea typeface="MS Mincho" panose="02020609040205080304" pitchFamily="49" charset="-128"/>
                <a:cs typeface="Times New Roman" panose="02020603050405020304" pitchFamily="18" charset="0"/>
              </a:rPr>
              <a:t>Frontera: Desarrollo </a:t>
            </a:r>
            <a:r>
              <a:rPr lang="es-MX" sz="1600" dirty="0">
                <a:ea typeface="MS Mincho" panose="02020609040205080304" pitchFamily="49" charset="-128"/>
                <a:cs typeface="Times New Roman" panose="02020603050405020304" pitchFamily="18" charset="0"/>
              </a:rPr>
              <a:t>de un método computacional que utilice información de dominio, espacial y temporal para reducir incertidumbre en el reconocimiento de actividades humanas </a:t>
            </a:r>
            <a:endParaRPr lang="en-US" sz="16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sz="15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MX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MX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28600" lvl="0" indent="-1143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MX" sz="1800" b="0" i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>
            <a:spLocks noGrp="1"/>
          </p:cNvSpPr>
          <p:nvPr>
            <p:ph type="title"/>
          </p:nvPr>
        </p:nvSpPr>
        <p:spPr>
          <a:xfrm>
            <a:off x="234367" y="643720"/>
            <a:ext cx="7080833" cy="57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s-MX" b="0">
                <a:latin typeface="Arial"/>
                <a:ea typeface="Arial"/>
                <a:cs typeface="Arial"/>
                <a:sym typeface="Arial"/>
              </a:rPr>
              <a:t>Dirección Académica de Ingeniería y Tecnología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cio´n4x3_2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314</Words>
  <Application>Microsoft Office PowerPoint</Application>
  <PresentationFormat>Presentación en pantalla (4:3)</PresentationFormat>
  <Paragraphs>16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Avenir</vt:lpstr>
      <vt:lpstr>Calibri</vt:lpstr>
      <vt:lpstr>Cambria</vt:lpstr>
      <vt:lpstr>Presentacio´n4x3_2</vt:lpstr>
      <vt:lpstr>Presentación de PowerPoint</vt:lpstr>
      <vt:lpstr>Presentación de PowerPoint</vt:lpstr>
      <vt:lpstr>Dirección Académica de Ingeniería y Tecnología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Mercedes Karina Guicho Vega</dc:creator>
  <cp:lastModifiedBy>Revisor</cp:lastModifiedBy>
  <cp:revision>6</cp:revision>
  <dcterms:created xsi:type="dcterms:W3CDTF">2021-04-22T02:10:24Z</dcterms:created>
  <dcterms:modified xsi:type="dcterms:W3CDTF">2025-07-07T23:34:34Z</dcterms:modified>
</cp:coreProperties>
</file>